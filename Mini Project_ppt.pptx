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1E550F-05EA-45C7-8374-4FAE6DBF80F0}" v="1" dt="2025-12-12T07:03:44.7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36F55-D09F-47BB-AEAC-5458E01DC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-443753"/>
            <a:ext cx="8359603" cy="3711388"/>
          </a:xfrm>
        </p:spPr>
        <p:txBody>
          <a:bodyPr/>
          <a:lstStyle/>
          <a:p>
            <a:r>
              <a:rPr lang="en-IN" dirty="0"/>
              <a:t> Mini Project………………..</a:t>
            </a:r>
            <a:br>
              <a:rPr lang="en-IN" dirty="0"/>
            </a:br>
            <a:r>
              <a:rPr lang="en-IN"/>
              <a:t>Calculator………………..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F1C459-5A18-474F-9A1E-9A12B57903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7783" y="3738282"/>
            <a:ext cx="8766487" cy="1896036"/>
          </a:xfrm>
        </p:spPr>
        <p:txBody>
          <a:bodyPr>
            <a:noAutofit/>
          </a:bodyPr>
          <a:lstStyle/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                                                    Presented To-</a:t>
            </a:r>
          </a:p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Roli Verma                                            Assistant Professor</a:t>
            </a:r>
          </a:p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Branch/Year: CSE 2</a:t>
            </a:r>
            <a:r>
              <a:rPr lang="en-I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                         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Mohd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Shahanawaz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 LE-05                                             Department-CSE</a:t>
            </a:r>
          </a:p>
        </p:txBody>
      </p:sp>
    </p:spTree>
    <p:extLst>
      <p:ext uri="{BB962C8B-B14F-4D97-AF65-F5344CB8AC3E}">
        <p14:creationId xmlns:p14="http://schemas.microsoft.com/office/powerpoint/2010/main" val="2719568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60C1E-4616-41BC-BBDC-D16510F85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</a:t>
            </a: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746B5-63FC-4B5D-BAC4-C9C12C960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400" dirty="0"/>
              <a:t>Introduction</a:t>
            </a:r>
          </a:p>
          <a:p>
            <a:r>
              <a:rPr lang="en-IN" sz="2400" dirty="0"/>
              <a:t>Requirements</a:t>
            </a:r>
          </a:p>
          <a:p>
            <a:r>
              <a:rPr lang="en-IN" sz="2400" dirty="0"/>
              <a:t>Technology used in this project</a:t>
            </a:r>
          </a:p>
          <a:p>
            <a:r>
              <a:rPr lang="en-IN" sz="2400" dirty="0"/>
              <a:t>Objectives of the project </a:t>
            </a:r>
          </a:p>
          <a:p>
            <a:r>
              <a:rPr lang="en-IN" sz="2400" dirty="0"/>
              <a:t>Screenshot of output</a:t>
            </a:r>
          </a:p>
          <a:p>
            <a:r>
              <a:rPr lang="en-IN" sz="2400" dirty="0"/>
              <a:t>Future Scope of the Project</a:t>
            </a:r>
          </a:p>
          <a:p>
            <a:r>
              <a:rPr lang="en-IN" sz="2400" dirty="0"/>
              <a:t>References</a:t>
            </a:r>
          </a:p>
          <a:p>
            <a:r>
              <a:rPr lang="en-IN" sz="2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477256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24A74-2382-4F36-8944-4E78D665D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16638"/>
            <a:ext cx="8596668" cy="1886221"/>
          </a:xfrm>
        </p:spPr>
        <p:txBody>
          <a:bodyPr>
            <a:normAutofit/>
          </a:bodyPr>
          <a:lstStyle/>
          <a:p>
            <a:r>
              <a:rPr lang="en-IN" dirty="0"/>
              <a:t>                  </a:t>
            </a: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FD8AF-3329-4DAC-B6BF-E8FD5D673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The introduction to the mini project calculator using HTML, CSS, and JavaScript is :</a:t>
            </a:r>
          </a:p>
          <a:p>
            <a:pPr marL="0" indent="0">
              <a:buNone/>
            </a:pPr>
            <a:r>
              <a:rPr lang="en-US" sz="2400" dirty="0"/>
              <a:t>We will create a simple calculator that allows users to perform basic arithmetic operations like addition, subtraction, multiplication, and division. We'll use HTML for structure, CSS for styling, and JavaScript for functionality..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35623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C48F-392F-41FC-82D6-E7F324F23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74813"/>
            <a:ext cx="8596668" cy="968188"/>
          </a:xfrm>
        </p:spPr>
        <p:txBody>
          <a:bodyPr>
            <a:normAutofit fontScale="90000"/>
          </a:bodyPr>
          <a:lstStyle/>
          <a:p>
            <a:r>
              <a:rPr lang="en-IN" dirty="0"/>
              <a:t>               </a:t>
            </a: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b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252BD-3577-4FF7-BC1A-5EBB3C3F4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981635"/>
            <a:ext cx="8763014" cy="587636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1</a:t>
            </a:r>
            <a:r>
              <a:rPr lang="en-US" sz="3800" b="1" dirty="0"/>
              <a:t>. </a:t>
            </a:r>
            <a:r>
              <a:rPr lang="en-US" sz="3800" b="1" dirty="0">
                <a:solidFill>
                  <a:schemeClr val="accent1"/>
                </a:solidFill>
              </a:rPr>
              <a:t>Software Requirements</a:t>
            </a:r>
          </a:p>
          <a:p>
            <a:r>
              <a:rPr lang="en-US" sz="3800" dirty="0"/>
              <a:t>A web browser (Chrome, Edge, Firefox, etc.)</a:t>
            </a:r>
          </a:p>
          <a:p>
            <a:r>
              <a:rPr lang="en-US" sz="3800" dirty="0"/>
              <a:t>Code editor (VS Code / Sublime Text / Notepad++)</a:t>
            </a:r>
          </a:p>
          <a:p>
            <a:r>
              <a:rPr lang="en-US" sz="3800" dirty="0"/>
              <a:t>Operating system: Windows / Linux / macOS</a:t>
            </a:r>
          </a:p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2. Technologies Required</a:t>
            </a:r>
          </a:p>
          <a:p>
            <a:r>
              <a:rPr lang="en-US" sz="3800" b="1" dirty="0"/>
              <a:t>HTML</a:t>
            </a:r>
            <a:r>
              <a:rPr lang="en-US" sz="3800" dirty="0"/>
              <a:t> — for creating the calculator layout</a:t>
            </a:r>
          </a:p>
          <a:p>
            <a:r>
              <a:rPr lang="en-US" sz="3800" b="1" dirty="0"/>
              <a:t>CSS</a:t>
            </a:r>
            <a:r>
              <a:rPr lang="en-US" sz="3800" dirty="0"/>
              <a:t> — for styling the board and UI</a:t>
            </a:r>
          </a:p>
          <a:p>
            <a:r>
              <a:rPr lang="en-US" sz="3800" b="1" dirty="0"/>
              <a:t>JavaScript</a:t>
            </a:r>
            <a:r>
              <a:rPr lang="en-US" sz="3800" dirty="0"/>
              <a:t> — for calculator logic and interactions</a:t>
            </a:r>
          </a:p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3. Hardware Requirements</a:t>
            </a:r>
          </a:p>
          <a:p>
            <a:r>
              <a:rPr lang="en-US" sz="3800" dirty="0"/>
              <a:t>Any desktop or laptop</a:t>
            </a:r>
          </a:p>
          <a:p>
            <a:r>
              <a:rPr lang="en-US" sz="3800" dirty="0"/>
              <a:t>Minimum 2GB RAM</a:t>
            </a:r>
          </a:p>
          <a:p>
            <a:r>
              <a:rPr lang="en-US" sz="3800" dirty="0"/>
              <a:t>Internet not required </a:t>
            </a:r>
          </a:p>
          <a:p>
            <a:r>
              <a:rPr lang="en-US" sz="3800" b="1" dirty="0">
                <a:solidFill>
                  <a:schemeClr val="accent1"/>
                </a:solidFill>
              </a:rPr>
              <a:t>4. Functional Requirements</a:t>
            </a:r>
          </a:p>
          <a:p>
            <a:r>
              <a:rPr lang="en-IN" sz="3300" dirty="0"/>
              <a:t>Calculator Design</a:t>
            </a:r>
          </a:p>
          <a:p>
            <a:r>
              <a:rPr lang="en-IN" sz="3300" dirty="0" err="1"/>
              <a:t>Arithematic</a:t>
            </a:r>
            <a:r>
              <a:rPr lang="en-IN" sz="3300" dirty="0"/>
              <a:t> operation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2989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3EB02-A70A-43E4-9C51-C1297BEF5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01706"/>
            <a:ext cx="8596668" cy="614932"/>
          </a:xfrm>
        </p:spPr>
        <p:txBody>
          <a:bodyPr>
            <a:normAutofit fontScale="90000"/>
          </a:bodyPr>
          <a:lstStyle/>
          <a:p>
            <a:r>
              <a:rPr lang="en-IN" dirty="0"/>
              <a:t>          </a:t>
            </a:r>
            <a:r>
              <a:rPr lang="en-IN" b="1" dirty="0"/>
              <a:t>Technology used in this project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1F1DD-EDE2-4E81-BC2B-9E0C3B799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816638"/>
            <a:ext cx="8596668" cy="583965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1. HTML (Hyper Text Markup Language</a:t>
            </a:r>
            <a:r>
              <a:rPr lang="en-US" b="1" dirty="0"/>
              <a:t>)</a:t>
            </a:r>
          </a:p>
          <a:p>
            <a:r>
              <a:rPr lang="en-US" dirty="0"/>
              <a:t>Used to create the structure of the calculator</a:t>
            </a:r>
          </a:p>
          <a:p>
            <a:r>
              <a:rPr lang="en-US" dirty="0"/>
              <a:t>Defines the 3×3 grid and buttons</a:t>
            </a:r>
          </a:p>
          <a:p>
            <a:r>
              <a:rPr lang="en-US" dirty="0"/>
              <a:t>Provides the basic layout of the webpage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2. CSS (Cascading Style Sheets)</a:t>
            </a:r>
          </a:p>
          <a:p>
            <a:r>
              <a:rPr lang="en-US" dirty="0"/>
              <a:t>Used to style the calculator</a:t>
            </a:r>
          </a:p>
          <a:p>
            <a:r>
              <a:rPr lang="en-US" dirty="0"/>
              <a:t>Provides colors, layout, spacing, and responsiveness</a:t>
            </a:r>
          </a:p>
          <a:p>
            <a:r>
              <a:rPr lang="en-US" dirty="0"/>
              <a:t>Makes the UI attractive and user-friendly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3. JavaScript</a:t>
            </a:r>
          </a:p>
          <a:p>
            <a:r>
              <a:rPr lang="en-US" dirty="0"/>
              <a:t>Controls the calculator logic</a:t>
            </a:r>
          </a:p>
          <a:p>
            <a:r>
              <a:rPr lang="en-US" dirty="0"/>
              <a:t>Handles calculator</a:t>
            </a:r>
          </a:p>
          <a:p>
            <a:r>
              <a:rPr lang="en-US" dirty="0"/>
              <a:t>Checks win conditions and draw</a:t>
            </a:r>
          </a:p>
          <a:p>
            <a:r>
              <a:rPr lang="en-US" dirty="0"/>
              <a:t>Updates the UI dynamically</a:t>
            </a:r>
          </a:p>
          <a:p>
            <a:r>
              <a:rPr lang="en-US" dirty="0"/>
              <a:t>Provides the restart functionality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4. Web Browser</a:t>
            </a:r>
            <a:endParaRPr lang="en-US" dirty="0"/>
          </a:p>
          <a:p>
            <a:r>
              <a:rPr lang="en-US" dirty="0"/>
              <a:t>Game works in Chrome, Edge, Firefox etc.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4664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749BD-1CD3-442D-815C-7B2825CF6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49624"/>
            <a:ext cx="8596668" cy="1452282"/>
          </a:xfrm>
        </p:spPr>
        <p:txBody>
          <a:bodyPr>
            <a:normAutofit/>
          </a:bodyPr>
          <a:lstStyle/>
          <a:p>
            <a:r>
              <a:rPr lang="en-IN" dirty="0"/>
              <a:t>                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3EDE1-076B-4859-A82C-F8A5C616E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02659"/>
            <a:ext cx="8596668" cy="5647764"/>
          </a:xfrm>
        </p:spPr>
        <p:txBody>
          <a:bodyPr/>
          <a:lstStyle/>
          <a:p>
            <a:r>
              <a:rPr lang="en-US" sz="2400" dirty="0"/>
              <a:t>To develop a simple and interactive Calculator using HTML, CSS, and JavaScript.</a:t>
            </a:r>
          </a:p>
          <a:p>
            <a:r>
              <a:rPr lang="en-US" sz="2400" dirty="0"/>
              <a:t>To understand how web pages work using basic front-end technologies.</a:t>
            </a:r>
          </a:p>
          <a:p>
            <a:r>
              <a:rPr lang="en-US" sz="2400" dirty="0"/>
              <a:t>To learn DOM manipulation and event handling in JavaScript.</a:t>
            </a:r>
          </a:p>
          <a:p>
            <a:r>
              <a:rPr lang="en-US" sz="2400" dirty="0"/>
              <a:t>To design a clean and user-friendly interface using CSS.</a:t>
            </a:r>
          </a:p>
          <a:p>
            <a:r>
              <a:rPr lang="en-US" sz="2400" dirty="0"/>
              <a:t>To provide a fully functional browser-based</a:t>
            </a:r>
          </a:p>
          <a:p>
            <a:r>
              <a:rPr lang="en-US" sz="2400" dirty="0"/>
              <a:t>To enhance logical thinking and problem-solving through </a:t>
            </a:r>
            <a:r>
              <a:rPr lang="en-US" sz="2400" dirty="0" err="1"/>
              <a:t>aap</a:t>
            </a:r>
            <a:r>
              <a:rPr lang="en-US" sz="2400" dirty="0"/>
              <a:t> development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4768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12343-CCEF-4EB5-99BF-A10E54702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7576"/>
            <a:ext cx="8596668" cy="709062"/>
          </a:xfrm>
        </p:spPr>
        <p:txBody>
          <a:bodyPr>
            <a:normAutofit fontScale="90000"/>
          </a:bodyPr>
          <a:lstStyle/>
          <a:p>
            <a:r>
              <a:rPr lang="en-IN" dirty="0"/>
              <a:t>     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 of output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6EF57-0656-4973-BC2E-470EFDCF2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950343"/>
            <a:ext cx="11290548" cy="5961445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1"/>
                </a:solidFill>
              </a:rPr>
              <a:t>                                                                      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/>
                </a:solidFill>
              </a:rPr>
              <a:t>                                                                                                                  </a:t>
            </a:r>
          </a:p>
          <a:p>
            <a:endParaRPr lang="en-IN" dirty="0">
              <a:solidFill>
                <a:schemeClr val="accent1"/>
              </a:solidFill>
            </a:endParaRPr>
          </a:p>
          <a:p>
            <a:endParaRPr lang="en-IN" dirty="0">
              <a:solidFill>
                <a:schemeClr val="accent1"/>
              </a:solidFill>
            </a:endParaRPr>
          </a:p>
          <a:p>
            <a:endParaRPr lang="en-IN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1"/>
                </a:solidFill>
              </a:rPr>
              <a:t>                                                                                                      </a:t>
            </a:r>
          </a:p>
          <a:p>
            <a:endParaRPr lang="en-IN" dirty="0">
              <a:solidFill>
                <a:schemeClr val="accent1"/>
              </a:solidFill>
            </a:endParaRPr>
          </a:p>
          <a:p>
            <a:endParaRPr lang="en-IN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A6B0B9-6762-9A9B-D101-7B4526591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522" y="828422"/>
            <a:ext cx="6675985" cy="523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945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16DC5-7352-4F0A-A52F-EAF7DECC9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816638"/>
          </a:xfrm>
        </p:spPr>
        <p:txBody>
          <a:bodyPr>
            <a:normAutofit fontScale="90000"/>
          </a:bodyPr>
          <a:lstStyle/>
          <a:p>
            <a:r>
              <a:rPr lang="en-IN" dirty="0"/>
              <a:t>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of the Project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B92BB-1AC2-485E-BA6B-5782993C1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591671"/>
            <a:ext cx="10429937" cy="590325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1. Advanced Mathematical Operations- Implement trigonometric functions (sin, cos, tan, etc.)- Add logarithmic and exponential functions- Incorporate statistical and scientific calculations</a:t>
            </a:r>
          </a:p>
          <a:p>
            <a:r>
              <a:rPr lang="en-US" dirty="0"/>
              <a:t>2. Multi-Language Support- Translate the calculator interface into multiple languages- Allow users to switch between languages seamlessly</a:t>
            </a:r>
          </a:p>
          <a:p>
            <a:r>
              <a:rPr lang="en-US" dirty="0"/>
              <a:t>3. Unit Conversion- Integrate unit conversion capabilities (length, weight, temperature, etc.)- Enable users to convert between different units</a:t>
            </a:r>
          </a:p>
          <a:p>
            <a:r>
              <a:rPr lang="en-US" dirty="0"/>
              <a:t>4. Graphing Capabilities- Develop a graphing feature to visualize mathematical functions- Allow users to plot and analyze graphs</a:t>
            </a:r>
          </a:p>
          <a:p>
            <a:r>
              <a:rPr lang="en-US" dirty="0"/>
              <a:t>5. Mobile App Development- Create mobile apps for Android and iOS platforms- Optimize the calculator for mobile devices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5135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7BAFD-40E3-4541-B5F4-563EB8B91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97540"/>
            <a:ext cx="8596668" cy="1237129"/>
          </a:xfrm>
        </p:spPr>
        <p:txBody>
          <a:bodyPr>
            <a:normAutofit fontScale="90000"/>
          </a:bodyPr>
          <a:lstStyle/>
          <a:p>
            <a:r>
              <a:rPr lang="en-IN" dirty="0"/>
              <a:t>                      </a:t>
            </a:r>
            <a:r>
              <a:rPr lang="en-IN" sz="4900" b="1" dirty="0"/>
              <a:t>References</a:t>
            </a:r>
            <a:br>
              <a:rPr lang="en-IN" sz="4900" dirty="0"/>
            </a:br>
            <a:endParaRPr lang="en-IN" sz="49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D227C-9F9F-4645-821B-2D95C60FF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4671"/>
            <a:ext cx="9300384" cy="5123329"/>
          </a:xfrm>
        </p:spPr>
        <p:txBody>
          <a:bodyPr/>
          <a:lstStyle/>
          <a:p>
            <a:r>
              <a:rPr lang="en-US" sz="2800" dirty="0"/>
              <a:t>W3Schools – HTML, CSS, and JavaScript basics</a:t>
            </a:r>
          </a:p>
          <a:p>
            <a:r>
              <a:rPr lang="en-US" sz="2800" dirty="0"/>
              <a:t>Online tutorials and articles for calculator logic</a:t>
            </a:r>
          </a:p>
          <a:p>
            <a:r>
              <a:rPr lang="en-US" sz="2800" dirty="0"/>
              <a:t>YouTube videos for front-end development concepts</a:t>
            </a:r>
          </a:p>
          <a:p>
            <a:r>
              <a:rPr lang="en-US" sz="2800" dirty="0"/>
              <a:t>Classroom notes and teacher guidance</a:t>
            </a:r>
          </a:p>
          <a:p>
            <a:r>
              <a:rPr lang="en-US" sz="2800" dirty="0"/>
              <a:t>Personal understanding and practice while building the project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9827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32779-5CBA-4730-97D4-D205FD141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21976"/>
            <a:ext cx="8596668" cy="2070848"/>
          </a:xfrm>
        </p:spPr>
        <p:txBody>
          <a:bodyPr/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C58A9-CF41-49CB-9537-1FA9AA6C8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555878" cy="388077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The calculator project is a fundamental tool that has been successfully designed and developed to perform basic arithmetic operations. The project has met its objectives, providing a user-friendly interface and accurate calculations.</a:t>
            </a:r>
          </a:p>
          <a:p>
            <a:pPr marL="0" indent="0">
              <a:buNone/>
            </a:pPr>
            <a:r>
              <a:rPr lang="en-US" sz="2400" dirty="0"/>
              <a:t>Key Achievements:- Developed a functional calculator with basic arithmetic operations- Implemented a clean and intuitive user interface- Ensured accurate calculations and error handling</a:t>
            </a:r>
          </a:p>
          <a:p>
            <a:pPr marL="0" indent="0">
              <a:buNone/>
            </a:pPr>
            <a:r>
              <a:rPr lang="en-US" sz="2400" dirty="0"/>
              <a:t>Future Enhancements:- Advanced mathematical operations (trigonometry, logarithms, etc.)- Multi-language support- Unit conversion capabilities- Graphing features- Mobile app development.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97775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2DADF-B156-4AFB-B50E-B5F4798D2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12" y="3213847"/>
            <a:ext cx="6799742" cy="1694328"/>
          </a:xfrm>
        </p:spPr>
        <p:txBody>
          <a:bodyPr>
            <a:normAutofit/>
          </a:bodyPr>
          <a:lstStyle/>
          <a:p>
            <a:r>
              <a:rPr lang="en-IN" sz="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6221573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109</TotalTime>
  <Words>617</Words>
  <Application>Microsoft Office PowerPoint</Application>
  <PresentationFormat>Widescreen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Times New Roman</vt:lpstr>
      <vt:lpstr>Trebuchet MS</vt:lpstr>
      <vt:lpstr>Wingdings 3</vt:lpstr>
      <vt:lpstr>Facet</vt:lpstr>
      <vt:lpstr> Mini Project……………….. Calculator……………….. </vt:lpstr>
      <vt:lpstr>                        Contents</vt:lpstr>
      <vt:lpstr>                  Introduction </vt:lpstr>
      <vt:lpstr>               Requirements </vt:lpstr>
      <vt:lpstr>          Technology used in this project </vt:lpstr>
      <vt:lpstr>                Objectives of the project  </vt:lpstr>
      <vt:lpstr>                   Screenshot of output </vt:lpstr>
      <vt:lpstr>             Future Scope of the Project </vt:lpstr>
      <vt:lpstr>                      References </vt:lpstr>
      <vt:lpstr>                         Conclusion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Project……………….. Tic Tac Toe Game</dc:title>
  <dc:creator>HP</dc:creator>
  <cp:lastModifiedBy>ROLI VERMA</cp:lastModifiedBy>
  <cp:revision>12</cp:revision>
  <dcterms:created xsi:type="dcterms:W3CDTF">2025-11-24T18:03:17Z</dcterms:created>
  <dcterms:modified xsi:type="dcterms:W3CDTF">2025-12-12T09:32:04Z</dcterms:modified>
</cp:coreProperties>
</file>